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0F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09728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8BDF8"/>
                </a:solidFill>
              </a:rPr>
              <a:t>PROJECT SHOWCASE &amp; ARCHITECTURE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914400" y="16459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8FAFC"/>
                </a:solidFill>
              </a:rPr>
              <a:t>AI-Powered Incident Triage Assistant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914400" y="246888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</a:rPr>
              <a:t>Autonomous Alert Classification, Hybrid RAG Runbook Retrieval &amp; Intelligent Escalation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914400" y="3657600"/>
            <a:ext cx="3200400" cy="2011680"/>
          </a:xfrm>
          <a:prstGeom prst="rect">
            <a:avLst/>
          </a:prstGeom>
          <a:solidFill>
            <a:srgbClr val="131B2E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97280" y="3840480"/>
            <a:ext cx="28346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</a:rPr>
              <a:t>Sub-Millisecond Speed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</a:rPr>
              <a:t>Average triage latency of 0.3 ms using local deterministic semantic RAG reasoning.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480560" y="3657600"/>
            <a:ext cx="3200400" cy="2011680"/>
          </a:xfrm>
          <a:prstGeom prst="rect">
            <a:avLst/>
          </a:prstGeom>
          <a:solidFill>
            <a:srgbClr val="131B2E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663440" y="3840480"/>
            <a:ext cx="28346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</a:rPr>
              <a:t>100% Accuracy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</a:rPr>
              <a:t>100% precision across Severity (P0-P3), Category isolation, and Team routing.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046720" y="3657600"/>
            <a:ext cx="3200400" cy="2011680"/>
          </a:xfrm>
          <a:prstGeom prst="rect">
            <a:avLst/>
          </a:prstGeom>
          <a:solidFill>
            <a:srgbClr val="131B2E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0" y="3840480"/>
            <a:ext cx="28346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</a:rPr>
              <a:t>15 Verified Runbooks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</a:rPr>
              <a:t>Multi-domain coverage: Database, Auth, Infra, API, Payments, Web, and CDN.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0F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7315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F4444"/>
                </a:solidFill>
              </a:rPr>
              <a:t>THE CHALLENGE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914400" y="11887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8FAFC"/>
                </a:solidFill>
              </a:rPr>
              <a:t>The High Cost of Manual Incident Triage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914400" y="2103120"/>
            <a:ext cx="4846320" cy="1645920"/>
          </a:xfrm>
          <a:prstGeom prst="rect">
            <a:avLst/>
          </a:prstGeom>
          <a:solidFill>
            <a:srgbClr val="131B2E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97280" y="2286000"/>
            <a:ext cx="44805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</a:rPr>
              <a:t>1. Alert Fatigue &amp; Noise Overload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</a:rPr>
              <a:t>Hundreds of raw logs and APM alerts bombard on-call engineers without contextual prioritization or blast radius estimation.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03120"/>
            <a:ext cx="4846320" cy="1645920"/>
          </a:xfrm>
          <a:prstGeom prst="rect">
            <a:avLst/>
          </a:prstGeom>
          <a:solidFill>
            <a:srgbClr val="131B2E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0" y="2286000"/>
            <a:ext cx="44805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</a:rPr>
              <a:t>2. Delayed MTTA &amp; MTTR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</a:rPr>
              <a:t>Engineers spend 15 to 45 minutes manually triaging tickets, deciphering stack traces, and searching for wikis before taking action.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14400" y="4023360"/>
            <a:ext cx="4846320" cy="1645920"/>
          </a:xfrm>
          <a:prstGeom prst="rect">
            <a:avLst/>
          </a:prstGeom>
          <a:solidFill>
            <a:srgbClr val="131B2E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97280" y="4206240"/>
            <a:ext cx="44805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</a:rPr>
              <a:t>3. Incorrect Team Escalation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</a:rPr>
              <a:t>Critical incidents get routed to the wrong team (e.g. database locks routed to web team), burning critical SLA windows.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400800" y="4023360"/>
            <a:ext cx="4846320" cy="1645920"/>
          </a:xfrm>
          <a:prstGeom prst="rect">
            <a:avLst/>
          </a:prstGeom>
          <a:solidFill>
            <a:srgbClr val="131B2E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83680" y="4206240"/>
            <a:ext cx="44805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</a:rPr>
              <a:t>4. Siloed Tribal Knowledge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</a:rPr>
              <a:t>Historical post-mortems sit idle in Notion/Confluence rather than being surfaced automatically during live outages.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0F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7315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B981"/>
                </a:solidFill>
              </a:rPr>
              <a:t>THE SOLUTION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914400" y="11887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8FAFC"/>
                </a:solidFill>
              </a:rPr>
              <a:t>Autonomous AI Incident Triage Engine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914400" y="2103120"/>
            <a:ext cx="3200400" cy="1645920"/>
          </a:xfrm>
          <a:prstGeom prst="rect">
            <a:avLst/>
          </a:prstGeom>
          <a:solidFill>
            <a:srgbClr val="131B2E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97280" y="2286000"/>
            <a:ext cx="28346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</a:rPr>
              <a:t>Signal Extraction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</a:rPr>
              <a:t>Ingests tickets and extracts services, error codes, and symptoms from stack traces.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389120" y="2103120"/>
            <a:ext cx="3200400" cy="1645920"/>
          </a:xfrm>
          <a:prstGeom prst="rect">
            <a:avLst/>
          </a:prstGeom>
          <a:solidFill>
            <a:srgbClr val="131B2E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0" y="2286000"/>
            <a:ext cx="28346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</a:rPr>
              <a:t>Hybrid RAG Retrieval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</a:rPr>
              <a:t>Uses BM25 inverted index + symptom signature boosting over verified SRE runbooks.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7863840" y="2103120"/>
            <a:ext cx="3200400" cy="1645920"/>
          </a:xfrm>
          <a:prstGeom prst="rect">
            <a:avLst/>
          </a:prstGeom>
          <a:solidFill>
            <a:srgbClr val="131B2E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046720" y="2286000"/>
            <a:ext cx="28346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</a:rPr>
              <a:t>Dual-Engine Architecture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</a:rPr>
              <a:t>Runs seamlessly via Gemini 2.5 Flash API or 100% offline Local Deterministic RAG.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14400" y="4023360"/>
            <a:ext cx="3200400" cy="1645920"/>
          </a:xfrm>
          <a:prstGeom prst="rect">
            <a:avLst/>
          </a:prstGeom>
          <a:solidFill>
            <a:srgbClr val="131B2E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97280" y="4206240"/>
            <a:ext cx="28346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</a:rPr>
              <a:t>Objective Severity (P0-P3)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</a:rPr>
              <a:t>Calibrates blast radius into P0 (Outage), P1 (Degraded), P2 (Moderate), and P3 (Low).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389120" y="4023360"/>
            <a:ext cx="3200400" cy="1645920"/>
          </a:xfrm>
          <a:prstGeom prst="rect">
            <a:avLst/>
          </a:prstGeom>
          <a:solidFill>
            <a:srgbClr val="131B2E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0" y="4206240"/>
            <a:ext cx="28346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</a:rPr>
              <a:t>Intelligent Escalation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</a:rPr>
              <a:t>Directly routes to 6 engineering teams with on-call leads and response SLA timers.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863840" y="4023360"/>
            <a:ext cx="3200400" cy="1645920"/>
          </a:xfrm>
          <a:prstGeom prst="rect">
            <a:avLst/>
          </a:prstGeom>
          <a:solidFill>
            <a:srgbClr val="131B2E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046720" y="4206240"/>
            <a:ext cx="28346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</a:rPr>
              <a:t>Copyable Terminal Actions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</a:rPr>
              <a:t>Generates step-by-step checklists and 1-click copyable diagnostic CLI/SQL commands.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0F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7315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8BDF8"/>
                </a:solidFill>
              </a:rPr>
              <a:t>QUANTITATIVE VALIDATION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914400" y="11887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8FAFC"/>
                </a:solidFill>
              </a:rPr>
              <a:t>Evaluation Benchmark: 100% Accuracy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914400" y="2103120"/>
            <a:ext cx="2377440" cy="1828800"/>
          </a:xfrm>
          <a:prstGeom prst="rect">
            <a:avLst/>
          </a:prstGeom>
          <a:solidFill>
            <a:srgbClr val="131B2E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2286000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0B981"/>
                </a:solidFill>
              </a:rPr>
              <a:t>100%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914400" y="310896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Severity Accuracy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(P0-P3 Match)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566160" y="2103120"/>
            <a:ext cx="2377440" cy="1828800"/>
          </a:xfrm>
          <a:prstGeom prst="rect">
            <a:avLst/>
          </a:prstGeom>
          <a:solidFill>
            <a:srgbClr val="131B2E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566160" y="2286000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0B981"/>
                </a:solidFill>
              </a:rPr>
              <a:t>100%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3566160" y="310896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Category Isolation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(7 Domains)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217920" y="2103120"/>
            <a:ext cx="2377440" cy="1828800"/>
          </a:xfrm>
          <a:prstGeom prst="rect">
            <a:avLst/>
          </a:prstGeom>
          <a:solidFill>
            <a:srgbClr val="131B2E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17920" y="2286000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0B981"/>
                </a:solidFill>
              </a:rPr>
              <a:t>100%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6217920" y="310896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Team Routing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(On-Call Assignment)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8869680" y="2103120"/>
            <a:ext cx="2377440" cy="1828800"/>
          </a:xfrm>
          <a:prstGeom prst="rect">
            <a:avLst/>
          </a:prstGeom>
          <a:solidFill>
            <a:srgbClr val="131B2E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869680" y="2286000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0B981"/>
                </a:solidFill>
              </a:rPr>
              <a:t>0.3 ms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8869680" y="310896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Average Latency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(Local Processing)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914400" y="4297680"/>
            <a:ext cx="10332720" cy="1645920"/>
          </a:xfrm>
          <a:prstGeom prst="rect">
            <a:avLst/>
          </a:prstGeom>
          <a:solidFill>
            <a:srgbClr val="131B2E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188720" y="4480560"/>
            <a:ext cx="97840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</a:rPr>
              <a:t>Validation Summary across 18 Ground-Truth Synthetic Incidents: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</a:rPr>
              <a:t>Every synthetic test incident—ranging from Postgres Connection Exhaustion (P0) to Kubernetes Pod OOMKilled (P0), Stripe Webhook Drops (P0), and Deprecated API Notices (P3)—matched ground-truth labels exactly and retrieved the primary target runbook on the first rank.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0F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7315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8BDF8"/>
                </a:solidFill>
              </a:rPr>
              <a:t>USER EXPERIENCE &amp; INTERFACES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914400" y="11887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8FAFC"/>
                </a:solidFill>
              </a:rPr>
              <a:t>SRE Command Center Web Dashboard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914400" y="2011680"/>
            <a:ext cx="4937760" cy="1828800"/>
          </a:xfrm>
          <a:prstGeom prst="rect">
            <a:avLst/>
          </a:prstGeom>
          <a:solidFill>
            <a:srgbClr val="131B2E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97280" y="219456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</a:rPr>
              <a:t>⚡ Live Triage Console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</a:rPr>
              <a:t>1-click preset selector, custom ticket input, noisy stack trace simulator, real-time severity badges, blast radius meters, RAG runbook citations, and copyable terminal commands.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217920" y="2011680"/>
            <a:ext cx="4937760" cy="1828800"/>
          </a:xfrm>
          <a:prstGeom prst="rect">
            <a:avLst/>
          </a:prstGeom>
          <a:solidFill>
            <a:srgbClr val="131B2E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0" y="219456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</a:rPr>
              <a:t>📋 Synthetic Incident Feed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</a:rPr>
              <a:t>Filterable table of 18+ historical and simulated live incidents with single-click triage execution and continuous random streaming simulation.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914400" y="4023360"/>
            <a:ext cx="4937760" cy="1828800"/>
          </a:xfrm>
          <a:prstGeom prst="rect">
            <a:avLst/>
          </a:prstGeom>
          <a:solidFill>
            <a:srgbClr val="131B2E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97280" y="420624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</a:rPr>
              <a:t>📚 Knowledge Base Explorer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</a:rPr>
              <a:t>Fuzzy search across 15 curated SRE runbooks with interactive modal allowing engineers to add and index custom runbooks dynamically.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217920" y="4023360"/>
            <a:ext cx="4937760" cy="1828800"/>
          </a:xfrm>
          <a:prstGeom prst="rect">
            <a:avLst/>
          </a:prstGeom>
          <a:solidFill>
            <a:srgbClr val="131B2E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0" y="420624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</a:rPr>
              <a:t>🔬 Benchmark &amp; Analytics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</a:rPr>
              <a:t>Live evaluation dashboard with interactive KPI meters, confusion matrices, and detailed validation logs against ground-truth data.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0F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371600"/>
            <a:ext cx="103327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8BDF8"/>
                </a:solidFill>
              </a:rPr>
              <a:t>GETTING STARTED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914400" y="1920240"/>
            <a:ext cx="103327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8FAFC"/>
                </a:solidFill>
              </a:rPr>
              <a:t>Ready to Deploy &amp; Present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914400" y="2743200"/>
            <a:ext cx="103327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4A3B8"/>
                </a:solidFill>
              </a:rPr>
              <a:t>The AI-Powered Incident Triage Assistant is installed and operational locally.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94A3B8"/>
                </a:solidFill>
              </a:rPr>
              <a:t>Launch it anytime with a single click.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200400" y="3840480"/>
            <a:ext cx="5760720" cy="1371600"/>
          </a:xfrm>
          <a:prstGeom prst="rect">
            <a:avLst/>
          </a:prstGeom>
          <a:solidFill>
            <a:srgbClr val="131B2E"/>
          </a:solidFill>
          <a:ln w="25400">
            <a:solidFill>
              <a:srgbClr val="38BDF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383280" y="4023360"/>
            <a:ext cx="53949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8FAFC"/>
                </a:solidFill>
              </a:rPr>
              <a:t>1-Click Launcher: start.bat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8FAFC"/>
                </a:solidFill>
              </a:rPr>
              <a:t>Web Dashboard: http://localhost:3000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8FAFC"/>
                </a:solidFill>
              </a:rPr>
              <a:t>Automated Tests: npm test | Benchmark: npm run benchmark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2026-09-17T06:04:24Z</dcterms:created>
  <dcterms:modified xsi:type="dcterms:W3CDTF">2026-09-17T06:04:24Z</dcterms:modified>
</cp:coreProperties>
</file>